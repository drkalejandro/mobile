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152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7900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6858000" cy="68580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35740" y="-4091940"/>
            <a:ext cx="3429000" cy="34290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4023360"/>
            <a:ext cx="3108960" cy="3108960"/>
          </a:xfrm>
          <a:prstGeom prst="ellipse">
            <a:avLst/>
          </a:prstGeom>
          <a:ln w="317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4754880"/>
            <a:ext cx="1645920" cy="1645920"/>
          </a:xfrm>
          <a:prstGeom prst="ellipse">
            <a:avLst/>
          </a:prstGeom>
          <a:solidFill>
            <a:srgbClr val="FFC400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Desarrollo de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Aplicaciones Móviles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2148840" cy="502920"/>
          </a:xfrm>
          <a:prstGeom prst="roundRect">
            <a:avLst>
              <a:gd name="adj" fmla="val 25455"/>
            </a:avLst>
          </a:prstGeom>
          <a:solidFill>
            <a:srgbClr val="1A216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976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</a:rPr>
              <a:t>Frameworks 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1800" y="4297680"/>
            <a:ext cx="2148840" cy="502920"/>
          </a:xfrm>
          <a:prstGeom prst="roundRect">
            <a:avLst>
              <a:gd name="adj" fmla="val 25455"/>
            </a:avLst>
          </a:prstGeom>
          <a:solidFill>
            <a:srgbClr val="1A216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42976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</a:rPr>
              <a:t>Juegos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4297680"/>
            <a:ext cx="2148840" cy="502920"/>
          </a:xfrm>
          <a:prstGeom prst="roundRect">
            <a:avLst>
              <a:gd name="adj" fmla="val 25455"/>
            </a:avLst>
          </a:prstGeom>
          <a:solidFill>
            <a:srgbClr val="1A216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42976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</a:rPr>
              <a:t>APIs + JSON/XML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4297680"/>
            <a:ext cx="2148840" cy="502920"/>
          </a:xfrm>
          <a:prstGeom prst="roundRect">
            <a:avLst>
              <a:gd name="adj" fmla="val 25455"/>
            </a:avLst>
          </a:prstGeom>
          <a:solidFill>
            <a:srgbClr val="1A216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42976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</a:rPr>
              <a:t>Publicación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120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577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</a:rPr>
              <a:t>Módulo 2.12 · PokeAPI · Postman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01 / 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08960" y="3840480"/>
            <a:ext cx="5943600" cy="59436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60020" y="2354580"/>
            <a:ext cx="2971800" cy="29718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RUTA DE LA SESIÓN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FFFFFF"/>
                </a:solidFill>
              </a:rPr>
              <a:t>Temario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5413248" cy="1920240"/>
          </a:xfrm>
          <a:prstGeom prst="roundRect">
            <a:avLst>
              <a:gd name="adj" fmla="val 5714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47672"/>
            <a:ext cx="82296" cy="1591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920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400"/>
                </a:solidFill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Frameworks UI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971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FF"/>
                </a:solidFill>
              </a:rPr>
              <a:t>Nativo vs multiplataforma · Flutter a fondo · comparativa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1783080"/>
            <a:ext cx="5413248" cy="1920240"/>
          </a:xfrm>
          <a:prstGeom prst="roundRect">
            <a:avLst>
              <a:gd name="adj" fmla="val 5714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947672"/>
            <a:ext cx="82296" cy="1591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6556248" y="1920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56248" y="2560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Frameworks de juegos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56248" y="2971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FF"/>
                </a:solidFill>
              </a:rPr>
              <a:t>Unity · Godot · Unreal · Flame · cuándo elegir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5413248" cy="1920240"/>
          </a:xfrm>
          <a:prstGeom prst="roundRect">
            <a:avLst>
              <a:gd name="adj" fmla="val 5714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96512"/>
            <a:ext cx="82296" cy="1591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069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400"/>
                </a:solidFill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60120" y="4709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APIs y servicios web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5120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FF"/>
                </a:solidFill>
              </a:rPr>
              <a:t>Métodos HTTP · JSON vs XML · Postman · demo Flutter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36208" y="3931920"/>
            <a:ext cx="5413248" cy="1920240"/>
          </a:xfrm>
          <a:prstGeom prst="roundRect">
            <a:avLst>
              <a:gd name="adj" fmla="val 5714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4096512"/>
            <a:ext cx="82296" cy="1591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6556248" y="4069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</a:rPr>
              <a:t>04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556248" y="4709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Compilación y release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56248" y="5120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FF"/>
                </a:solidFill>
              </a:rPr>
              <a:t>Debug vs release · AAB · IPA · checklist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02 / 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926080"/>
            <a:ext cx="7863840" cy="786384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57432" y="-4892040"/>
            <a:ext cx="3931920" cy="39319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097280"/>
            <a:ext cx="7498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161C52"/>
                </a:solidFill>
              </a:rPr>
              <a:t>01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FFC4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948"/>
                </a:solidFill>
              </a:rPr>
              <a:t>BLOQUE 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Frameworks de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interfaz de usuario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2FF"/>
                </a:solidFill>
              </a:rPr>
              <a:t>Cómo construir pantallas sin programar dos apps desde cero.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03 / 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40480" y="4206240"/>
            <a:ext cx="6400800" cy="64008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" y="2606040"/>
            <a:ext cx="3200400" cy="3200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1 · FUNDAMENTO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Nativo vs multiplataforma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App nativa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Kotlin (Android) + Swift (iOS). Máximo rendimiento y hardware total, pero doble código y doble equipo.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404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04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7330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Multiplataforma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330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Un solo código → Android + iOS (+ web y escritorio). Menos costo, una lógica que mantener.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07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07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33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El compromiso real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33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Para el 95% de apps la brecha de rendimiento es mínima. Solo 3D pesado o audio pro exigen nativo.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411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11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3337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Regla de decisión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337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¿UI idéntica y un equipo? Multiplataforma. ¿Hardware al límite? Nativo.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04 / 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40480" y="4206240"/>
            <a:ext cx="6400800" cy="64008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" y="2606040"/>
            <a:ext cx="3200400" cy="3200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1 · NUESTRO FRAMEWORK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Flutter a fondo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441192" cy="2286000"/>
          </a:xfrm>
          <a:prstGeom prst="roundRect">
            <a:avLst>
              <a:gd name="adj" fmla="val 4800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47672"/>
            <a:ext cx="82296" cy="195681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920240"/>
            <a:ext cx="2938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◆ Dart + Widgets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2560320"/>
            <a:ext cx="29382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Lenguaje moderno compilado. TODO es un Widget: botones, pantallas y layouts.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3880" y="1783080"/>
            <a:ext cx="3441192" cy="2286000"/>
          </a:xfrm>
          <a:prstGeom prst="roundRect">
            <a:avLst>
              <a:gd name="adj" fmla="val 4800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3880" y="1947672"/>
            <a:ext cx="82296" cy="195681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666488" y="1920240"/>
            <a:ext cx="2938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◆ Hot reload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6488" y="2560320"/>
            <a:ext cx="29382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Cambias código y lo ves en &lt; 1 s sin perder estado. Clase y prototipado veloces.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7680" y="1783080"/>
            <a:ext cx="3441192" cy="2286000"/>
          </a:xfrm>
          <a:prstGeom prst="roundRect">
            <a:avLst>
              <a:gd name="adj" fmla="val 4800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7680" y="1947672"/>
            <a:ext cx="82296" cy="195681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8" name="Text 16"/>
          <p:cNvSpPr/>
          <p:nvPr/>
        </p:nvSpPr>
        <p:spPr>
          <a:xfrm>
            <a:off x="8400288" y="1920240"/>
            <a:ext cx="2938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◆ Material 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00288" y="2560320"/>
            <a:ext cx="29382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Diseño de Google: ColorScheme, temas, componentes accesibles listos.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3441192" cy="2286000"/>
          </a:xfrm>
          <a:prstGeom prst="roundRect">
            <a:avLst>
              <a:gd name="adj" fmla="val 4800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507992"/>
            <a:ext cx="82296" cy="195681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4480560"/>
            <a:ext cx="2938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◆ 1 código, 6 salidas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2688" y="5120640"/>
            <a:ext cx="29382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Android, iOS, web, Windows, macOS y Linux. Nuestra app es la prueba.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3880" y="4343400"/>
            <a:ext cx="3441192" cy="2286000"/>
          </a:xfrm>
          <a:prstGeom prst="roundRect">
            <a:avLst>
              <a:gd name="adj" fmla="val 4800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3880" y="4507992"/>
            <a:ext cx="82296" cy="195681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26" name="Text 24"/>
          <p:cNvSpPr/>
          <p:nvPr/>
        </p:nvSpPr>
        <p:spPr>
          <a:xfrm>
            <a:off x="4666488" y="4480560"/>
            <a:ext cx="2938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◆ Ecosistema pub.dev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66488" y="5120640"/>
            <a:ext cx="29382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Mapas, sensores, HTTP, cámara… solo lo que el concepto exige (YAGNI).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05 / 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40480" y="4206240"/>
            <a:ext cx="6400800" cy="64008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" y="2606040"/>
            <a:ext cx="3200400" cy="3200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1 · PANORAMA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Otros frameworks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React Native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JavaScript/TypeScript + componentes nativos. Gigante si tu equipo ya es web React.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404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04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4" name="Text 12"/>
          <p:cNvSpPr/>
          <p:nvPr/>
        </p:nvSpPr>
        <p:spPr>
          <a:xfrm>
            <a:off x="37330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.NET MAUI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330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C# + XAML. Natural desde el mundo Microsoft / Visual Studio.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07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07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65333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Ionic + Capacitor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33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HTML/CSS/JS empaquetado. Rápido para web, menor en animaciones.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411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11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22" name="Text 20"/>
          <p:cNvSpPr/>
          <p:nvPr/>
        </p:nvSpPr>
        <p:spPr>
          <a:xfrm>
            <a:off x="93337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Kotlin Multiplatform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337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Lógica común en Kotlin + UI nativa. Máxima calidad, más trabajo.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06 / 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4754880" cy="475488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307824" y="3383280"/>
            <a:ext cx="2377440" cy="237744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1 · COMPARATIVA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¿Cuál elijo?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Framework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Lenguaje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Renderizado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Ideal para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Flutter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Dart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Propio (Skia/Impeller)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UI idéntica + rendimiento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React Native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JS / TypeScript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Nativo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Equipos web React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.NET MAUI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C#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Nativo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Ecosistema Microsoft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Ionic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HTML / CSS / JS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WebView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Prototipos web→app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KMP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Kotlin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100% nativo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Calidad nativa + lógica común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754880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1218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754880"/>
            <a:ext cx="10360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◆  Veredicto del curso: Flutter equilibra rendimiento, belleza y una sola base de código.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07 / 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926080"/>
            <a:ext cx="7863840" cy="786384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57432" y="-4892040"/>
            <a:ext cx="3931920" cy="39319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097280"/>
            <a:ext cx="7498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161C52"/>
                </a:solidFill>
              </a:rPr>
              <a:t>02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FFC4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948"/>
                </a:solidFill>
              </a:rPr>
              <a:t>BLOQUE 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Frameworks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para juegos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2FF"/>
                </a:solidFill>
              </a:rPr>
              <a:t>Motores 2D/3D en móvil: del indie al AAA.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08 / 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40480" y="4206240"/>
            <a:ext cx="6400800" cy="64008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" y="2606040"/>
            <a:ext cx="3200400" cy="3200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2 · MOTORES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Los 4 protagonistas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Unity · C#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Estándar móvil 2D/3D, tienda de assets gigante. Juegos casuales, educativos y comerciales.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404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04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7330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Godot · GDScript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330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Gratis y open source, ligero, amado por indies. Aprende y publica sin licencias.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07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07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33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Unreal · C++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33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Fotorrealismo AAA. Potente pero pesado para gama media y equipos pequeños.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411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11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3337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Flame · Dart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337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Motor 2D dentro de Flutter: sprites y física. Mini-juegos junto a tu app.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09 / 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4754880" cy="475488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307824" y="3383280"/>
            <a:ext cx="2377440" cy="237744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2 · DECISIÓN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Comparativa y regla de elección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1091672" cy="2286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Motor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2D / 3D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Curva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Úsalo si…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Unity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Ambos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Media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Publicar en móvil rápido con assets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Godot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Ambos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Suave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Proyecto indie / educativo libre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Unreal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3D top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Alta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Gráficos AAA + equipo potente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Flame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2D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Suave*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Ya usas Flutter, juego simple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297680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1218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297680"/>
            <a:ext cx="10360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◆  Regla: comercial móvil → Unity · aprender gratis → Godot · mini-juego en tu app → Flame.</a:t>
            </a:r>
            <a:endParaRPr lang="en-US" sz="1200" dirty="0"/>
          </a:p>
        </p:txBody>
      </p:sp>
      <p:sp>
        <p:nvSpPr>
          <p:cNvPr id="8" name="Text 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10 / 23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926080"/>
            <a:ext cx="7863840" cy="786384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57432" y="-4892040"/>
            <a:ext cx="3931920" cy="39319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097280"/>
            <a:ext cx="7498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161C52"/>
                </a:solidFill>
              </a:rPr>
              <a:t>03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FFC4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948"/>
                </a:solidFill>
              </a:rPr>
              <a:t>BLOQUE 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APIs y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servicios web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2FF"/>
                </a:solidFill>
              </a:rPr>
              <a:t>Cómo tu app conversa con internet: métodos, JSON/XML y práctica real.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11 / 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40480" y="4206240"/>
            <a:ext cx="6400800" cy="64008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" y="2606040"/>
            <a:ext cx="3200400" cy="3200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3 · BASE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¿Qué es una API?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Definición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Dirección web que devuelve datos. Tu app pide (request) y recibe respuesta (response).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404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04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7330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Ejemplo vivo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330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GET …/pokemon/pikachu → ficha de Pikachu. Gratis, sin clave.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07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07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33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Servicio web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33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El servidor detrás: atiende, consulta su BD y responde.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411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11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3337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En nuestra app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337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El módulo 2.12 pide el JSON y lo dibuja como ficha visual.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12 / 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4754880" cy="475488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307824" y="3383280"/>
            <a:ext cx="2377440" cy="237744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3 · MÉTODOS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Métodos HTTP: el verbo importa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1091672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Método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Para qué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Ejemplo práctico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GET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LEER (no cambia nada)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GET /pokemon/pikachu → ficha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POST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CREAR recurso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POST /posts {titulo} → id 101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PUT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REEMPLAZAR completo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PUT /posts/1 {objeto nuevo}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PATCH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ACTUALIZAR un campo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PATCH /posts/1 {titulo}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DELETE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ELIMINAR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DELETE /posts/1 → 200 OK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754880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1218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754880"/>
            <a:ext cx="10360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◆  Mnemotecnia: GET lee · POST crea · PUT reemplaza · PATCH parcha · DELETE borra.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13 / 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4754880" cy="475488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307824" y="3383280"/>
            <a:ext cx="2377440" cy="237744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3 · RESPUESTAS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Códigos de estado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1091672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Código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Significa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948"/>
                          </a:solidFill>
                        </a:rPr>
                        <a:t>Tu app…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200 OK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Todo bien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Muestra los datos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201 Created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Creado tras POST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Confirma + muestra el id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400 / 401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Mala petición / sin permiso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Valida o pide login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404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No existe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'No encontrado' + reintentar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C400"/>
                          </a:solidFill>
                        </a:rPr>
                        <a:t>500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Falló el servidor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</a:rPr>
                        <a:t>Mensaje + respaldo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754880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1218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754880"/>
            <a:ext cx="10360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◆  En 2.12: 404 → 'no encontrado' · sin red/timeout → ficha simulada + reintentar.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14 / 23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4754880" cy="475488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307824" y="3383280"/>
            <a:ext cx="2377440" cy="237744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3 · FORMATOS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JSON vs XML: mismo dato, dos idiomas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080C26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965960"/>
            <a:ext cx="201168" cy="20116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1965960"/>
            <a:ext cx="201168" cy="20116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1481328" y="1965960"/>
            <a:ext cx="201168" cy="20116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1892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4B8"/>
                </a:solidFill>
              </a:rPr>
              <a:t>JSON — ligero, estándar móvil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4846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"id": 25,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"pikachu",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"types":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"slot": 1,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"name":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"electric" }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"height": 4,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"weight": 60 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36792" y="17830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080C26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92824" y="1965960"/>
            <a:ext cx="201168" cy="20116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6885432" y="1965960"/>
            <a:ext cx="201168" cy="20116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1965960"/>
            <a:ext cx="201168" cy="20116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Text 16"/>
          <p:cNvSpPr/>
          <p:nvPr/>
        </p:nvSpPr>
        <p:spPr>
          <a:xfrm>
            <a:off x="7525512" y="1892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4B8"/>
                </a:solidFill>
              </a:rPr>
              <a:t>XML — verboso, banca/gobierno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11112" y="2286000"/>
            <a:ext cx="4846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&lt;pokemon&gt;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&lt;id&gt;25&lt;/id&gt;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&lt;name&gt;pikachu&lt;/name&gt;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&lt;types&gt;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&lt;type slot="1"&gt;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electric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&lt;/type&gt;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&lt;/types&gt;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&lt;height&gt;4&lt;/height&gt;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&lt;weight&gt;60&lt;/weight&gt;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&lt;/pokemon&gt;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852160"/>
            <a:ext cx="10908792" cy="502920"/>
          </a:xfrm>
          <a:prstGeom prst="roundRect">
            <a:avLst>
              <a:gd name="adj" fmla="val 18182"/>
            </a:avLst>
          </a:prstGeom>
          <a:solidFill>
            <a:srgbClr val="121845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85216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400"/>
                </a:solidFill>
              </a:rPr>
              <a:t>◆  JSON gana en móvil: menos bytes, parseo directo con jsonDecode y cero etiquetas de cierre.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15 / 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40480" y="4206240"/>
            <a:ext cx="6400800" cy="64008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" y="2606040"/>
            <a:ext cx="3200400" cy="3200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3 · LABORATORIO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Práctica guiada con Postman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47672"/>
            <a:ext cx="82296" cy="1591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965960"/>
            <a:ext cx="457200" cy="457200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948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GET real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5603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2FF"/>
                </a:solidFill>
              </a:rPr>
              <a:t>GET …/pokemon/pikachu → Send. Mira Status 200, tiempo y JSON.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17830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947672"/>
            <a:ext cx="82296" cy="1591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636008" y="196596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4636008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948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Lee el JSON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36008" y="25603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2FF"/>
                </a:solidFill>
              </a:rPr>
              <a:t>Ubica name, types[0].type.name, height, weight: lo que dibuja la ficha.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7830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947672"/>
            <a:ext cx="82296" cy="1591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339328" y="1965960"/>
            <a:ext cx="457200" cy="457200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23" name="Text 21"/>
          <p:cNvSpPr/>
          <p:nvPr/>
        </p:nvSpPr>
        <p:spPr>
          <a:xfrm>
            <a:off x="8339328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948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1540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 de prueba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9328" y="25603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2FF"/>
                </a:solidFill>
              </a:rPr>
              <a:t>POST jsonplaceholder /posts {title, body, userId} → 201 + id.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9319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096512"/>
            <a:ext cx="82296" cy="1591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28" name="Shape 26"/>
          <p:cNvSpPr/>
          <p:nvPr/>
        </p:nvSpPr>
        <p:spPr>
          <a:xfrm>
            <a:off x="932688" y="411480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948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0876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Provoca un 404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2688" y="47091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2FF"/>
                </a:solidFill>
              </a:rPr>
              <a:t>GET /pokemon/xyz123 → 404: el error que la app vuelve mensaje amable.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39319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4096512"/>
            <a:ext cx="82296" cy="1591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34" name="Shape 32"/>
          <p:cNvSpPr/>
          <p:nvPr/>
        </p:nvSpPr>
        <p:spPr>
          <a:xfrm>
            <a:off x="4636008" y="4114800"/>
            <a:ext cx="457200" cy="457200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3600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948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1208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PUT + DELETE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36008" y="47091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2FF"/>
                </a:solidFill>
              </a:rPr>
              <a:t>/posts/1 con ambos verbos. Compara status y cuerpo.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46720" y="39319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0" y="4096512"/>
            <a:ext cx="82296" cy="1591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40" name="Shape 38"/>
          <p:cNvSpPr/>
          <p:nvPr/>
        </p:nvSpPr>
        <p:spPr>
          <a:xfrm>
            <a:off x="8339328" y="411480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1" name="Text 39"/>
          <p:cNvSpPr/>
          <p:nvPr/>
        </p:nvSpPr>
        <p:spPr>
          <a:xfrm>
            <a:off x="833932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948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91540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39328" y="47091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D2FF"/>
                </a:solidFill>
              </a:rPr>
              <a:t>Repite con charizard y mewtwo: ¿qué cambia en types y stats?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16 / 23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0"/>
            <a:ext cx="4754880" cy="475488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307824" y="3383280"/>
            <a:ext cx="2377440" cy="237744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3 · EN CÓDIGO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Así se ve en Flutter (módulo 2.12)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6949440" cy="3931920"/>
          </a:xfrm>
          <a:prstGeom prst="roundRect">
            <a:avLst>
              <a:gd name="adj" fmla="val 2791"/>
            </a:avLst>
          </a:prstGeom>
          <a:solidFill>
            <a:srgbClr val="080C26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965960"/>
            <a:ext cx="201168" cy="20116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1965960"/>
            <a:ext cx="201168" cy="20116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1481328" y="1965960"/>
            <a:ext cx="201168" cy="20116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1892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4B8"/>
                </a:solidFill>
              </a:rPr>
              <a:t>DART — services/pokemon_service.dart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64008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res = await http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.get(Uri.https('pokeapi.co',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'/api/v2/pokemon/' + nombre))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.timeout(const Duration(seconds: 10));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(res.statusCode == 200)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Pokemon.fromJson(jsonDecode(res.body));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(res.statusCode == 404)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throw PokemonNoEncontrado(nombre);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ErrorConexion(); // -&gt; ficha SIMULADA + reintentar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783080"/>
            <a:ext cx="4142232" cy="3931920"/>
          </a:xfrm>
          <a:prstGeom prst="roundRect">
            <a:avLst>
              <a:gd name="adj" fmla="val 2791"/>
            </a:avLst>
          </a:prstGeom>
          <a:solidFill>
            <a:srgbClr val="121845"/>
          </a:solidFill>
          <a:ln w="19050">
            <a:solidFill>
              <a:srgbClr val="FFC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400"/>
                </a:solidFill>
              </a:rPr>
              <a:t>DEMO EN VIVO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2468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 · Auto-carga de pikachu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38160" y="3154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 · Buscar “Charizard”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3816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 · xyz123 → 404 amable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3816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 · Modo avión → simulada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17 / 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926080"/>
            <a:ext cx="7863840" cy="786384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57432" y="-4892040"/>
            <a:ext cx="3931920" cy="39319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097280"/>
            <a:ext cx="7498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161C52"/>
                </a:solidFill>
              </a:rPr>
              <a:t>04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FFC4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948"/>
                </a:solidFill>
              </a:rPr>
              <a:t>BLOQUE 04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Compilación y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publicación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2FF"/>
                </a:solidFill>
              </a:rPr>
              <a:t>Del código en tu PC a la tienda: APK/AAB, IPA y checklist.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18 / 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40480" y="4206240"/>
            <a:ext cx="6400800" cy="64008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" y="2606040"/>
            <a:ext cx="3200400" cy="3200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4 · RELEASE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Debug vs release + versionado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Debug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Con herramientas, lenta y pesada. Solo para programar (flutter run).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404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04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7330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Release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330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Optimizado y ofuscado: rápido y liviano. Prueba el release ANTES de publicar.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07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07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33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Versión 1.0.0+1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33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Nombre visible + número interno que sube en cada subida a tienda.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411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11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3337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◈ Permisos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337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Declara solo lo usado (INTERNET, cámara…). Cada permiso extra resta usuarios.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19 / 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40480" y="4206240"/>
            <a:ext cx="6400800" cy="64008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" y="2606040"/>
            <a:ext cx="3200400" cy="3200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4 · ANDROID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Publicar en Play Store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① Compila el AAB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flutter build appbundle. Google exige AAB desde 2021 (no APK).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404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04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7330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② Firma con keystore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330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.jks + contraseñas. Si lo pierdes, jamás actualizas tu app.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07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07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33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③ Ficha en Console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33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Título, descripción, icono 512, capturas, clasificación.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411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11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3337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④ Interna → producción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337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Prueba interna con testers, corrige y lanza.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20 / 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40480" y="4206240"/>
            <a:ext cx="6400800" cy="64008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" y="2606040"/>
            <a:ext cx="3200400" cy="3200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4 · IOS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Publicar en App Store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① Apple Developer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Membresía anual de pago (Android no la cobra).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404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04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7330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② Certificados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330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Certificado + provisioning profile + bundle id único.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07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07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33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③ Sube el IPA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33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flutter build ipa → App Store Connect vía Xcode/Transporter.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411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11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3337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④ TestFlight → review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337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Beta, revisión de Apple (1–3 días) y a la tienda.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21 / 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840480" y="4206240"/>
            <a:ext cx="6400800" cy="64008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" y="2606040"/>
            <a:ext cx="3200400" cy="3200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92608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948"/>
                </a:solidFill>
              </a:rPr>
              <a:t>BLOQUE 4 · CHECKLIST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Antes de publicar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463040" cy="6400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✔ Identidad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Nombre, icono, splash y versión correctos en release.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404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04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7330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✔ Privacidad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330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Permisos mínimos + textos claros + política si pides datos.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078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078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338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✔ Calidad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338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analyze limpio · tests verdes · gama media, pantalla chica, sin 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41130" y="1783080"/>
            <a:ext cx="2507742" cy="4206240"/>
          </a:xfrm>
          <a:prstGeom prst="roundRect">
            <a:avLst>
              <a:gd name="adj" fmla="val 4376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1130" y="1947672"/>
            <a:ext cx="82296" cy="3877056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333738" y="1920240"/>
            <a:ext cx="200482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✔ Tienda + respaldo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33738" y="2743200"/>
            <a:ext cx="200482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2FF"/>
                </a:solidFill>
              </a:rPr>
              <a:t>Capturas reales y ficha honesta. Keystore y tag git a salvo.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22 / 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6858000" cy="68580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35740" y="-4091940"/>
            <a:ext cx="3429000" cy="34290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206240"/>
            <a:ext cx="2743200" cy="2743200"/>
          </a:xfrm>
          <a:prstGeom prst="ellipse">
            <a:avLst/>
          </a:prstGeom>
          <a:ln w="31750">
            <a:solidFill>
              <a:srgbClr val="FFC40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2296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FFC4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22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948"/>
                </a:solidFill>
              </a:rPr>
              <a:t>CIERRE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4 ideas para llevarte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96896"/>
            <a:ext cx="82296" cy="475488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688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400"/>
                </a:solidFill>
              </a:rPr>
              <a:t>UI  </a:t>
            </a:r>
            <a:r>
              <a:rPr lang="en-US" sz="1450" dirty="0">
                <a:solidFill>
                  <a:srgbClr val="FFFFFF"/>
                </a:solidFill>
              </a:rPr>
              <a:t>un código Flutter llega a 6 plataformas.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65576"/>
            <a:ext cx="82296" cy="475488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33756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400"/>
                </a:solidFill>
              </a:rPr>
              <a:t>Juegos  </a:t>
            </a:r>
            <a:r>
              <a:rPr lang="en-US" sz="1450" dirty="0">
                <a:solidFill>
                  <a:srgbClr val="FFFFFF"/>
                </a:solidFill>
              </a:rPr>
              <a:t>Unity publica · Godot enseña · Flame vive en tu app.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334256"/>
            <a:ext cx="82296" cy="475488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0624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400"/>
                </a:solidFill>
              </a:rPr>
              <a:t>APIs  </a:t>
            </a:r>
            <a:r>
              <a:rPr lang="en-US" sz="1450" dirty="0">
                <a:solidFill>
                  <a:srgbClr val="FFFFFF"/>
                </a:solidFill>
              </a:rPr>
              <a:t>GET/POST/PUT/PATCH/DELETE + JSON; Postman practica, Flutter brilla.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121845"/>
          </a:solidFill>
          <a:ln w="12700">
            <a:solidFill>
              <a:srgbClr val="2E36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5202936"/>
            <a:ext cx="82296" cy="475488"/>
          </a:xfrm>
          <a:prstGeom prst="roundRect">
            <a:avLst>
              <a:gd name="adj" fmla="val 44444"/>
            </a:avLst>
          </a:prstGeom>
          <a:solidFill>
            <a:srgbClr val="FFC400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0749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400"/>
                </a:solidFill>
              </a:rPr>
              <a:t>Release  </a:t>
            </a:r>
            <a:r>
              <a:rPr lang="en-US" sz="1450" dirty="0">
                <a:solidFill>
                  <a:srgbClr val="FFFFFF"/>
                </a:solidFill>
              </a:rPr>
              <a:t>AAB + keystore a salvo · IPA + TestFlight · checklist siempre.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0807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Demo final en vivo + preguntas   →   ¡a publicar!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4B8"/>
                </a:solidFill>
              </a:rPr>
              <a:t>DESARROLLO MÓVIL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400"/>
                </a:solidFill>
              </a:rPr>
              <a:t>23 / 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1839</Words>
  <Application>Microsoft Office PowerPoint</Application>
  <PresentationFormat>Panorámica</PresentationFormat>
  <Paragraphs>365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de Aplicaciones Moviles</dc:title>
  <dc:subject>Frameworks UI, Juegos, APIs y Publicacion</dc:subject>
  <dc:creator>Curso Desarrollo Movil</dc:creator>
  <cp:lastModifiedBy>Alejandro</cp:lastModifiedBy>
  <cp:revision>2</cp:revision>
  <dcterms:created xsi:type="dcterms:W3CDTF">2026-09-17T22:27:31Z</dcterms:created>
  <dcterms:modified xsi:type="dcterms:W3CDTF">2026-09-17T23:02:11Z</dcterms:modified>
</cp:coreProperties>
</file>